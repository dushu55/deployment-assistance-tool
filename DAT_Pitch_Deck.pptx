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Deployment Assist Tool (DAT)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Autonomous, Polyglot DevSecOps Orchestrator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Modern DevSecOps Dilemma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Business Problem:</a:t>
            </a:r>
          </a:p>
          <a:p>
            <a:r>
              <a:t>• Tool Sprawl: Engineering teams juggle 20+ disjointed tools.</a:t>
            </a:r>
          </a:p>
          <a:p>
            <a:r>
              <a:t>• Alert Fatigue &amp; False Positives: Devs are blocked by deep dependency vulnerabilities in unreachable (dead) code.</a:t>
            </a:r>
          </a:p>
          <a:p>
            <a:r>
              <a:t>• Passive Reporting: Tools find bugs but offer zero engineering automation to actually fix them.</a:t>
            </a:r>
          </a:p>
          <a:p>
            <a:r>
              <a:t>• Polyglot Fragmentation: Nodes, Python, Java, C#, Go, and Rust require entirely disjointed security stacks.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 - Enter DAT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CLI. 20+ Security Engines. Full Autonomous Remediation.</a:t>
            </a:r>
          </a:p>
          <a:p>
            <a:r>
              <a:t>• Polyglot Routing: Automatically detects Node, Python, Java, C#, Go, and Rust ecosystems and provisions native tools.</a:t>
            </a:r>
          </a:p>
          <a:p>
            <a:r>
              <a:t>• Normalized Intelligence: Translates 20+ tool outputs into a single deployment matrix.</a:t>
            </a:r>
          </a:p>
          <a:p>
            <a:r>
              <a:t>• Automated Fixing: Upgrades DAT from a 'reporter' to a 'fixer' using deterministic AST rewrites and LLM code refactoring.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Business Value (ROI)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Efficiency: Leverages best-in-class open-source tools, eliminating commercial fees.</a:t>
            </a:r>
          </a:p>
          <a:p>
            <a:r>
              <a:t>Developer Velocity: Shifts security left. Test locally in 30 seconds before committing.</a:t>
            </a:r>
          </a:p>
          <a:p>
            <a:r>
              <a:t>Reduced MTTR: Generates actionable PDF, CSV, and SARIF reports.</a:t>
            </a:r>
          </a:p>
          <a:p>
            <a:r>
              <a:t>AI-Ready Remediation: Exact file and line of code flagged for LLM Auto-Fixing.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AI-Driven Autonomous Remediation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Just Security Reporting—Self-Healing Infrastructure.</a:t>
            </a:r>
          </a:p>
          <a:p>
            <a:r>
              <a:t>Capabilities Included:</a:t>
            </a:r>
          </a:p>
          <a:p>
            <a:r>
              <a:t>• Deterministic Auto-Fixers: AST-Grep safely rewrites insecure code patterns (e.g., eval to JSON.parse) inline.</a:t>
            </a:r>
          </a:p>
          <a:p>
            <a:r>
              <a:t>• Auto-Distroless Refactoring: Google Gemini LLMs instantly rewrite vulnerable Dockerfiles into secure, multi-stage Distroless builds.</a:t>
            </a:r>
          </a:p>
          <a:p>
            <a:r>
              <a:t>• Test-Driven Rollback Loop: Automatically executes native test suites (npm, pytest, go test). If an AI fix fails tests, DAT silently reverts the code via Git.</a:t>
            </a:r>
          </a:p>
          <a:p>
            <a:r>
              <a:t>• Self-Healing PR Agent: DAT branches, commits, pushes, and opens fully formatted GitHub Pull Requests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Superiority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Engineered for Scale and Reliability.</a:t>
            </a:r>
          </a:p>
          <a:p>
            <a:r>
              <a:t>Smart Concurrency Limits: Throttles execution to protect CI/CD resources.</a:t>
            </a:r>
          </a:p>
          <a:p>
            <a:r>
              <a:t>Fault-Tolerant Architecture: Captures errors and completes the rest of the scan.</a:t>
            </a:r>
          </a:p>
          <a:p>
            <a:r>
              <a:t>Graceful Terminations: Unix signal handling ensures no orphaned containers.</a:t>
            </a:r>
          </a:p>
          <a:p>
            <a:r>
              <a:t>Modular Registry: Adding internal scanners takes minimal code via Plugin Interface.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Seamless Ecosystem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Plays Nicely With Your Existing Stack.</a:t>
            </a:r>
          </a:p>
          <a:p>
            <a:r>
              <a:t>Input: Native GitHub Actions, Local Developer CLI.</a:t>
            </a:r>
          </a:p>
          <a:p>
            <a:r>
              <a:t>Integrations: Jira, DefectDojo, Dependency-Track (SBOMs).</a:t>
            </a:r>
          </a:p>
          <a:p>
            <a:r>
              <a:t>Outputs: SARIF (GitHub Security Tab), Professional PDFs for compliance.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V2 Enhancements: Now in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Upgrades Released:</a:t>
            </a:r>
          </a:p>
          <a:p>
            <a:r>
              <a:t>• Reachability Analysis Engine: Scans native Call-Graphs (Node, Python, Rust, Java, C#) to prove if a CVE is actually reachable. Downgrades false positives to unblock developers.</a:t>
            </a:r>
          </a:p>
          <a:p>
            <a:r>
              <a:t>• Ephemeral Environment Scans: Hooks into Vercel/AWS to spin up live PR previews, runs dynamic OWASP ZAP &amp; k6 tests, and destroys the environment.</a:t>
            </a:r>
          </a:p>
          <a:p>
            <a:r>
              <a:t>• Native GitHub App: Zero-YAML, webhook-driven 1-click install for organizational CI/CD automation.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Code, Delivered Faster.</a:t>
            </a:r>
          </a:p>
          <a:p>
            <a:r>
              <a:t>Next Steps:</a:t>
            </a:r>
          </a:p>
          <a:p>
            <a:pPr lvl="1"/>
            <a:r>
              <a:t>  1. Install DAT globally via NPM.</a:t>
            </a:r>
          </a:p>
          <a:p>
            <a:pPr lvl="1"/>
            <a:r>
              <a:t>  2. Drop the .dat.config.yaml into your repository.</a:t>
            </a:r>
          </a:p>
          <a:p>
            <a:pPr lvl="1"/>
            <a:r>
              <a:t>  3. Transform your deployment pipeline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